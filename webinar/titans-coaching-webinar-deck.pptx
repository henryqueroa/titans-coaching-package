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BC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LOS 6 SECRETOS</a:t>
            </a:r>
          </a:p>
          <a:p>
            <a:pPr algn="ctr">
              <a:spcAft>
                <a:spcPts val="1600"/>
              </a:spcAft>
            </a:pPr>
            <a:r>
              <a:rPr sz="6000" b="1" i="0">
                <a:solidFill>
                  <a:srgbClr val="3BCAE1"/>
                </a:solidFill>
                <a:latin typeface="Arial"/>
              </a:rPr>
              <a:t>PARA SUBIR A CHALLENGER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8FA3B8"/>
                </a:solidFill>
                <a:latin typeface="Arial"/>
              </a:rPr>
              <a:t>Masterclass en vivo con Coach Levi  ·  Metodo TITANS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41648" y="512064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3BC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06090F"/>
                </a:solidFill>
                <a:latin typeface="Arial"/>
              </a:rPr>
              <a:t>escribe tu carril en el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274320"/>
            <a:ext cx="31089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BCAE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CAE1"/>
                </a:solidFill>
                <a:latin typeface="Arial"/>
              </a:rPr>
              <a:t>[CONFIRMAR fecha y hora]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LO QUE TE LLEVAS ESTA NOCHE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esta no es una clase de mecanicas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FA3B8"/>
                </a:solidFill>
                <a:latin typeface="Arial"/>
              </a:rPr>
              <a:t>es el sistema de decisiones que separa a Oro de Challenger.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8200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el mapa completo del Metodo TITANS: los 6 secretos, en orden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los 3 pilares aplicables desde tu proxima ranked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y al final, transparente: como trabajar conmigo si quieres ir acompañado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ANTES DE PARTIR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trato simple: 90 minutos de foco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337560" cy="160020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CAE1"/>
                </a:solidFill>
                <a:latin typeface="Arial"/>
              </a:rPr>
              <a:t>CIERRA EL CLIENTE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de LoL y Discord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331720"/>
            <a:ext cx="3337560" cy="160020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560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CAE1"/>
                </a:solidFill>
                <a:latin typeface="Arial"/>
              </a:rPr>
              <a:t>PANTALLA COMPLETA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como una ranked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331720"/>
            <a:ext cx="3337560" cy="160020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5603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CAE1"/>
                </a:solidFill>
                <a:latin typeface="Arial"/>
              </a:rPr>
              <a:t>CHAT LISTO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vas a participar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8FA3B8"/>
                </a:solidFill>
                <a:latin typeface="Arial"/>
              </a:rPr>
              <a:t>los que se quedan hasta el final se llevan 3 bonos:</a:t>
            </a:r>
          </a:p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AA6E"/>
                </a:solidFill>
                <a:latin typeface="Arial"/>
              </a:rPr>
              <a:t>la plantilla de VOD review de mis alumnos 1 a 1  +  el checklist de win conditions  +  uno que anuncio al cierre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POR QUE PUEDES CREERME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los numeros de mis alumnos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+7.000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INVOCADORES VALIDARON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46888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+200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DE BRONCE A MAESTRO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246888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38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DIRECTO A RETADOR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24688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+41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EN CHALLENGER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12 años entrenando jugadores. esta noche te muestro que hicieron distinto.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QUIEN TE HABLA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95360" y="274320"/>
            <a:ext cx="31089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BCAE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CAE1"/>
                </a:solidFill>
                <a:latin typeface="Arial"/>
              </a:rPr>
              <a:t>[CONFIRMAR claim Top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Coach Levi (Francisco Guajardo)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82009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12 años entrenando jugadores de League of Legends</a:t>
            </a:r>
          </a:p>
          <a:p>
            <a:pPr algn="l">
              <a:spcAft>
                <a:spcPts val="13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Top 1 SoloQ Challenger</a:t>
            </a:r>
          </a:p>
          <a:p>
            <a:pPr algn="l">
              <a:spcAft>
                <a:spcPts val="13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565 videos gratis en YouTube: no vengo a esconderte informacion</a:t>
            </a:r>
          </a:p>
          <a:p>
            <a:pPr algn="l">
              <a:spcAft>
                <a:spcPts val="13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no soy streamer haciendo guias: soy entrenador. mi trabajo es que TU subas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GUARDATE ESTE NOMBRE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5852160" cy="4206240"/>
          </a:xfrm>
          <a:prstGeom prst="rect">
            <a:avLst/>
          </a:prstGeom>
          <a:solidFill>
            <a:srgbClr val="0D1826"/>
          </a:solidFill>
          <a:ln w="19050">
            <a:solidFill>
              <a:srgbClr val="C8AA6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8AA6E"/>
                </a:solidFill>
                <a:latin typeface="Arial"/>
              </a:rPr>
              <a:t>CAPTURA: screenshot real de Sorien (VSL de Titans)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14630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C8AA6E"/>
                </a:solidFill>
                <a:latin typeface="Arial"/>
              </a:rPr>
              <a:t>SORIEN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de Diamante a Retador junto a Titans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8FA3B8"/>
                </a:solidFill>
                <a:latin typeface="Arial"/>
              </a:rPr>
              <a:t>carril: jungla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8FA3B8"/>
                </a:solidFill>
                <a:latin typeface="Arial"/>
              </a:rPr>
              <a:t>Top 1 de LAN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8FA3B8"/>
                </a:solidFill>
                <a:latin typeface="Arial"/>
              </a:rPr>
              <a:t>llego a jugar profesional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BCAE1"/>
                </a:solidFill>
                <a:latin typeface="Arial"/>
              </a:rPr>
              <a:t>mismos equipos random que los tuyos. lo unico que cambio fue el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YO TAMBIEN ESTUVE AHI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95360" y="274320"/>
            <a:ext cx="31089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BCAE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CAE1"/>
                </a:solidFill>
                <a:latin typeface="Arial"/>
              </a:rPr>
              <a:t>[CONFIRMAR historia real]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antes de entrenar Challengers,</a:t>
            </a:r>
          </a:p>
          <a:p>
            <a:pPr algn="ctr">
              <a:spcAft>
                <a:spcPts val="1400"/>
              </a:spcAft>
            </a:pPr>
            <a:r>
              <a:rPr sz="4000" b="1" i="0">
                <a:solidFill>
                  <a:srgbClr val="3BCAE1"/>
                </a:solidFill>
                <a:latin typeface="Arial"/>
              </a:rPr>
              <a:t>yo era el jugador estancado</a:t>
            </a:r>
          </a:p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8FA3B8"/>
                </a:solidFill>
                <a:latin typeface="Arial"/>
              </a:rPr>
              <a:t>[60-90 segundos: la historia real de Francisco, con su momento bajo y su punto de quiebre]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8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73736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hagamos un trato</a:t>
            </a:r>
          </a:p>
          <a:p>
            <a:pPr algn="ctr">
              <a:spcAft>
                <a:spcPts val="400"/>
              </a:spcAft>
            </a:pPr>
            <a:r>
              <a:rPr sz="2300" b="0" i="0">
                <a:solidFill>
                  <a:srgbClr val="FFFFFF"/>
                </a:solidFill>
                <a:latin typeface="Arial"/>
              </a:rPr>
              <a:t>yo te muestro el sistema completo, sin guardarme nada.</a:t>
            </a:r>
          </a:p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06090F"/>
                </a:solidFill>
                <a:latin typeface="Arial"/>
              </a:rPr>
              <a:t>tu te quedas hasta el final y lo aplicas en tu proxima ranked.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90288" y="4800600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3BCAE1"/>
                </a:solidFill>
                <a:latin typeface="Arial"/>
              </a:rPr>
              <a:t>escribe SI en el chat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POR QUE REGALO 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mi acompañamiento tiene lista de espera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377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CUPOS AL 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77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+200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APLICANTES EL MES PASADO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esta masterclass es mi filtro: los comprometidos me encuentran,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8FA3B8"/>
                </a:solidFill>
                <a:latin typeface="Arial"/>
              </a:rPr>
              <a:t>y los demas se llevan el sistema gratis. todos ganan.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Arial"/>
              </a:rPr>
              <a:t>"mas partidas = mas elo"</a:t>
            </a:r>
          </a:p>
          <a:p>
            <a:pPr algn="ctr">
              <a:spcAft>
                <a:spcPts val="1400"/>
              </a:spcAft>
            </a:pPr>
            <a:r>
              <a:rPr sz="3400" b="1" i="0">
                <a:solidFill>
                  <a:srgbClr val="C8AA6E"/>
                </a:solidFill>
                <a:latin typeface="Arial"/>
              </a:rPr>
              <a:t>es la mentira mas cara del LoL</a:t>
            </a:r>
          </a:p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8FA3B8"/>
                </a:solidFill>
                <a:latin typeface="Arial"/>
              </a:rPr>
              <a:t>llevas años probandola. cientos de partidas. y tu elo, igual.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LA MATEMATICA DEL GRIND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jugar mas sin sistema = repetir tus errores mas rapido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820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si no sabes QUE haces mal, cada partida extra practica el error</a:t>
            </a:r>
          </a:p>
          <a:p>
            <a:pPr algn="l">
              <a:spcAft>
                <a:spcPts val="15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tu winrate se pega al 50% y ahi te quedas: elo plano para siempre</a:t>
            </a:r>
          </a:p>
          <a:p>
            <a:pPr algn="l">
              <a:spcAft>
                <a:spcPts val="15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los que suben no juegan mas que tu. deciden mejor que tu.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212080"/>
            <a:ext cx="4937760" cy="502920"/>
          </a:xfrm>
          <a:prstGeom prst="roundRect">
            <a:avLst>
              <a:gd name="adj" fmla="val 50000"/>
            </a:avLst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3BCAE1"/>
                </a:solidFill>
                <a:latin typeface="Arial"/>
              </a:rPr>
              <a:t>¿ganas linea y pierdes la partida? escribe LINEA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EL CAMBIO QUE LO DESBLOQUEA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tu elo no mide tu talento. mide tu SISTEMA.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14600"/>
            <a:ext cx="10789920" cy="2286000"/>
          </a:xfrm>
          <a:prstGeom prst="rect">
            <a:avLst/>
          </a:prstGeom>
          <a:solidFill>
            <a:srgbClr val="12223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8AA6E"/>
                </a:solidFill>
                <a:latin typeface="Arial"/>
              </a:rPr>
              <a:t>LIGHT (BRANDON)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estancado en Diamante 2, techo total. mismo campeon, mismas horas.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3BCAE1"/>
                </a:solidFill>
                <a:latin typeface="Arial"/>
              </a:rPr>
              <a:t>sistema nuevo: CHALLENGER.</a:t>
            </a:r>
          </a:p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8FA3B8"/>
                </a:solidFill>
                <a:latin typeface="Arial"/>
              </a:rPr>
              <a:t>cuando cambias el sistema, el elo se mueve. no antes.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EL MAPA DEL METODO TITANS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6 secretos, 3 pilares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FA3B8"/>
                </a:solidFill>
                <a:latin typeface="Arial"/>
              </a:rPr>
              <a:t>saca captura a este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651760"/>
            <a:ext cx="3337560" cy="23774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88036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AA6E"/>
                </a:solidFill>
                <a:latin typeface="Arial"/>
              </a:rPr>
              <a:t>PILAR 1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domina tu carril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A3B8"/>
                </a:solidFill>
                <a:latin typeface="Arial"/>
              </a:rPr>
              <a:t>secretos 1-2: la wave manda + tempo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651760"/>
            <a:ext cx="3337560" cy="23774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88036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AA6E"/>
                </a:solidFill>
                <a:latin typeface="Arial"/>
              </a:rPr>
              <a:t>PILAR 2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convierte ventaja en victoria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A3B8"/>
                </a:solidFill>
                <a:latin typeface="Arial"/>
              </a:rPr>
              <a:t>secretos 3-4: win condition + cierre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651760"/>
            <a:ext cx="3337560" cy="23774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88036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AA6E"/>
                </a:solidFill>
                <a:latin typeface="Arial"/>
              </a:rPr>
              <a:t>PILAR 3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el sistema del profesional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A3B8"/>
                </a:solidFill>
                <a:latin typeface="Arial"/>
              </a:rPr>
              <a:t>secretos 5-6: mental 1v9 + revision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41148"/>
          </a:xfrm>
          <a:prstGeom prst="rect">
            <a:avLst/>
          </a:prstGeom>
          <a:solidFill>
            <a:srgbClr val="0E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8AA6E"/>
                </a:solidFill>
                <a:latin typeface="Arial"/>
              </a:rPr>
              <a:t>PILAR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DOMINA TU CARRIL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2044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BCAE1"/>
                </a:solidFill>
                <a:latin typeface="Arial"/>
              </a:rPr>
              <a:t>el carril no se gana en el trade. se gana en la oleada.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1 · LA WAVE MANDA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quien controla la oleada, controla el carril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337560" cy="23774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BCAE1"/>
                </a:solidFill>
                <a:latin typeface="Arial"/>
              </a:rPr>
              <a:t>FREEZE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congelas cerca de tu torre: tu farmeas seguro, el queda expuesto al gankeo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331720"/>
            <a:ext cx="3337560" cy="23774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5603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BCAE1"/>
                </a:solidFill>
                <a:latin typeface="Arial"/>
              </a:rPr>
              <a:t>SLOW PUSH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acumulas una oleada gigante que revienta su torre mientras haces otra cosa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331720"/>
            <a:ext cx="3337560" cy="23774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5603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BCAE1"/>
                </a:solidFill>
                <a:latin typeface="Arial"/>
              </a:rPr>
              <a:t>CRASH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estrellas la wave y compras 30 segundos de libertad: recall, rio, roam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8AA6E"/>
                </a:solidFill>
                <a:latin typeface="Arial"/>
              </a:rPr>
              <a:t>con cualquier campeon. contra cualquier counter.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1 · EN ACCION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perdiste el trade a nivel 3. ¿y ahora?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5257800" cy="28346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63640" y="2331720"/>
            <a:ext cx="5257800" cy="2834640"/>
          </a:xfrm>
          <a:prstGeom prst="rect">
            <a:avLst/>
          </a:prstGeom>
          <a:solidFill>
            <a:srgbClr val="12223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8FA3B8"/>
                </a:solidFill>
                <a:latin typeface="Arial"/>
              </a:rPr>
              <a:t>EL 90%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entra en panico, vuelve a pelear en desventaja y regala doble 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560320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BCAE1"/>
                </a:solidFill>
                <a:latin typeface="Arial"/>
              </a:rPr>
              <a:t>TU, CON EL SISTEMA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congelas, farmeas seguro bajo torre, y dejas que SU impaciencia lo mate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8AA6E"/>
                </a:solidFill>
                <a:latin typeface="Arial"/>
              </a:rPr>
              <a:t>3 minutos despues el matchup se dio vuelta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486400"/>
            <a:ext cx="4206240" cy="502920"/>
          </a:xfrm>
          <a:prstGeom prst="roundRect">
            <a:avLst>
              <a:gd name="adj" fmla="val 50000"/>
            </a:avLst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BCAE1"/>
                </a:solidFill>
                <a:latin typeface="Arial"/>
              </a:rPr>
              <a:t>¿ves que no depende de tu equipo? escribe 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2 · EL TEMPO DE LINEA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farmear es correcto, SALVO cuando hay algo mas grande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recall timing:  con la wave empujada, no cuando te obligan</a:t>
            </a:r>
          </a:p>
          <a:p>
            <a:pPr algn="l">
              <a:spcAft>
                <a:spcPts val="15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prio:  tu jungla necesita la linea empujada ANTES del objetivo</a:t>
            </a:r>
          </a:p>
          <a:p>
            <a:pPr algn="l">
              <a:spcAft>
                <a:spcPts val="15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roam:  cuando el roam gana mas que 6 minions, el farm es una excusa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8AA6E"/>
                </a:solidFill>
                <a:latin typeface="Arial"/>
              </a:rPr>
              <a:t>los que llegan a Maestro no farmean mas. farmean CUANDO corresponde.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PILAR 1 · PROBADO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789920" cy="3108960"/>
          </a:xfrm>
          <a:prstGeom prst="rect">
            <a:avLst/>
          </a:prstGeom>
          <a:solidFill>
            <a:srgbClr val="122236"/>
          </a:solidFill>
          <a:ln w="12700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1">
                <a:solidFill>
                  <a:srgbClr val="FFFFFF"/>
                </a:solidFill>
                <a:latin typeface="Arial"/>
              </a:rPr>
              <a:t>"pude llegar a Challenger con Yone y Akali top, lo mejor es que tambien me sirvieron en Mid y estaba estancado en Maestro"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8AA6E"/>
                </a:solidFill>
                <a:latin typeface="Arial"/>
              </a:rPr>
              <a:t>testimonio de Vaporeon, alumno de Titans Coaching (Top Challenger LAS)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A3B8"/>
                </a:solidFill>
                <a:latin typeface="Arial"/>
              </a:rPr>
              <a:t>fuente: pagina del Acelerador de titanscoaching.cl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46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BCAE1"/>
                </a:solidFill>
                <a:latin typeface="Arial"/>
              </a:rPr>
              <a:t>no es un truco de campeon ni de carril. es un sistema de decisiones.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FA3B8"/>
                </a:solidFill>
                <a:latin typeface="Arial"/>
              </a:rPr>
              <a:t>¿vamos con el pilar 2? escribe VAMOS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41148"/>
          </a:xfrm>
          <a:prstGeom prst="rect">
            <a:avLst/>
          </a:prstGeom>
          <a:solidFill>
            <a:srgbClr val="0E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8AA6E"/>
                </a:solidFill>
                <a:latin typeface="Arial"/>
              </a:rPr>
              <a:t>PILAR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CONVIERTE VENTAJA EN VICTORIA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2044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BCAE1"/>
                </a:solidFill>
                <a:latin typeface="Arial"/>
              </a:rPr>
              <a:t>"gano mi linea y igual pierdo la partida": esto lo arregla.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3 · LA WIN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cada partida se gana de UNA manera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o escalas a late, o cierras temprano, o juegas alrededor de un carry, o asfixias por objetivos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en champ select ya esta escrito. al minuto 5 lo confirmas.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sin win condition clara, vas a la deriva aunque vayas 5-0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46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C8AA6E"/>
                </a:solidFill>
                <a:latin typeface="Arial"/>
              </a:rPr>
              <a:t>una ventaja a la deriva SIEMPRE se evapora.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3 · EN ACCION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tu comp escala. la de ellos no.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FA3B8"/>
                </a:solidFill>
                <a:latin typeface="Arial"/>
              </a:rPr>
              <a:t>tu win condition es el reloj.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8200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tu unico trabajo: llegar al minuto 25 sin regalar el juego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cada pelea innecesaria que aceptas antes, es jugar la win condition DEL RIVAL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los Challengers ahi se ven pasivos. no son pasivos: ejecutan un plan que tu no 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4 · CIERRA POR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las kills son un medio. los objetivos terminan partidas.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77440"/>
            <a:ext cx="10789920" cy="1371600"/>
          </a:xfrm>
          <a:prstGeom prst="rect">
            <a:avLst/>
          </a:prstGeom>
          <a:solidFill>
            <a:srgbClr val="122236"/>
          </a:solidFill>
          <a:ln w="12700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C8AA6E"/>
                </a:solidFill>
                <a:latin typeface="Arial"/>
              </a:rPr>
              <a:t>REGLA DE ORO: cada pelea ganada paga UN objetivo. torre, dragon o baron. SIEMPRE.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108200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·  pelea ganada + kills al fountain = no ganaste nada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·  pelea ganada + baron = acercaste el final 3 minutos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486400"/>
            <a:ext cx="5669280" cy="502920"/>
          </a:xfrm>
          <a:prstGeom prst="roundRect">
            <a:avLst>
              <a:gd name="adj" fmla="val 50000"/>
            </a:avLst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BCAE1"/>
                </a:solidFill>
                <a:latin typeface="Arial"/>
              </a:rPr>
              <a:t>¿cuantas partidas ganadas al 20 perdiste este mes? escribe el numero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PILAR 2 · PROBADO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Light (Brandon): de Diamante 2 a Challenger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mecanicamente ya era bueno, como probablemente tu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lo que le faltaba: win condition clara + cierre por objetivos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la mecanica te trajo hasta aqui. el sistema te lleva al resto del camino.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FA3B8"/>
                </a:solidFill>
                <a:latin typeface="Arial"/>
              </a:rPr>
              <a:t>fuente: pagina del Acelerador de titanscoaching.cl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41148"/>
          </a:xfrm>
          <a:prstGeom prst="rect">
            <a:avLst/>
          </a:prstGeom>
          <a:solidFill>
            <a:srgbClr val="0E8C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8AA6E"/>
                </a:solidFill>
                <a:latin typeface="Arial"/>
              </a:rPr>
              <a:t>PILAR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EL SISTEMA DEL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520440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BCAE1"/>
                </a:solidFill>
                <a:latin typeface="Arial"/>
              </a:rPr>
              <a:t>lo que separa al que sube del que se estanca no pasa dentro del juego.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5 · MENTAL 1 VS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el tilt no se aguanta. se PREVIENE.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337560" cy="228600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BCAE1"/>
                </a:solidFill>
                <a:latin typeface="Arial"/>
              </a:rPr>
              <a:t>REGLA DE 2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dos derrotas seguidas: paras. la tercera en tilt tiene tu peor winrate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331720"/>
            <a:ext cx="3337560" cy="228600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560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BCAE1"/>
                </a:solidFill>
                <a:latin typeface="Arial"/>
              </a:rPr>
              <a:t>MUTE PREVENTIVO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desde el minuto 0, no despues del primer insulto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331720"/>
            <a:ext cx="3337560" cy="228600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560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BCAE1"/>
                </a:solidFill>
                <a:latin typeface="Arial"/>
              </a:rPr>
              <a:t>RESET FISICO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5 minutos fuera de la silla entre partidas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8AA6E"/>
                </a:solidFill>
                <a:latin typeface="Arial"/>
              </a:rPr>
              <a:t>suena simple. nadie lo hace. por eso nadie sube.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SECRETO 6 · LA REVISION DE 15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los profesionales revisan mas de lo que juegan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1 partida  ·  1 error  ·  1 correccion para la proxima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15 minutos de VOD valen mas que 3 partidas extra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un error corregido al dia = 30 al mes. esa es la velocidad real de subida.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54880"/>
            <a:ext cx="10789920" cy="914400"/>
          </a:xfrm>
          <a:prstGeom prst="rect">
            <a:avLst/>
          </a:prstGeom>
          <a:solidFill>
            <a:srgbClr val="122236"/>
          </a:solidFill>
          <a:ln w="12700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377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8AA6E"/>
                </a:solidFill>
                <a:latin typeface="Arial"/>
              </a:rPr>
              <a:t>BONUS EN VIVO: la plantilla exacta de VOD review que uso con mis alumnos 1 a 1, gratis por estar aqui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EL SISTEMA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cuando los 6 giran juntos, subir es consecuencia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3337560" cy="1737360"/>
          </a:xfrm>
          <a:prstGeom prst="rect">
            <a:avLst/>
          </a:prstGeom>
          <a:solidFill>
            <a:srgbClr val="12223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6974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BCAE1"/>
                </a:solidFill>
                <a:latin typeface="Arial"/>
              </a:rPr>
              <a:t>OLEADA + TEMPO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te dan la ventaja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468880"/>
            <a:ext cx="3337560" cy="1737360"/>
          </a:xfrm>
          <a:prstGeom prst="rect">
            <a:avLst/>
          </a:prstGeom>
          <a:solidFill>
            <a:srgbClr val="12223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6974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BCAE1"/>
                </a:solidFill>
                <a:latin typeface="Arial"/>
              </a:rPr>
              <a:t>WIN CONDITION + CIERRE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la convierten en victorias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468880"/>
            <a:ext cx="3337560" cy="1737360"/>
          </a:xfrm>
          <a:prstGeom prst="rect">
            <a:avLst/>
          </a:prstGeom>
          <a:solidFill>
            <a:srgbClr val="12223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6974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BCAE1"/>
                </a:solidFill>
                <a:latin typeface="Arial"/>
              </a:rPr>
              <a:t>MENTAL + REVISION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la hacen sostenible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8AA6E"/>
                </a:solidFill>
                <a:latin typeface="Arial"/>
              </a:rPr>
              <a:t>esto es lo que +7.000 Invocadores ya validaron.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8FA3B8"/>
                </a:solidFill>
                <a:latin typeface="Arial"/>
              </a:rPr>
              <a:t>la pregunta que queda: ¿lo aplicas solo o acompañado?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CUMPLI MI PARTE DEL TRATO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esto ya es tuyo, gratis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el mapa completo del Metodo TITANS (los 6 secretos)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la plantilla de VOD review de 15 minutos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·  el checklist de win conditions por carril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46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3BCAE1"/>
                </a:solidFill>
                <a:latin typeface="Arial"/>
              </a:rPr>
              <a:t>si aplicas esto solo, vas a mejorar. lo dije y lo cumplo.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COMO APLICARLO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las dos rutas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257800" cy="301752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63640" y="2286000"/>
            <a:ext cx="5257800" cy="3017520"/>
          </a:xfrm>
          <a:prstGeom prst="rect">
            <a:avLst/>
          </a:prstGeom>
          <a:solidFill>
            <a:srgbClr val="122236"/>
          </a:solidFill>
          <a:ln w="12700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8FA3B8"/>
                </a:solidFill>
                <a:latin typeface="Arial"/>
              </a:rPr>
              <a:t>RUTA 1: SOLO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·  con el mapa de esta noche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·  funciona: vas a avanzar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·  mas lento, con ensayo y error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·  depende de tu fuerza de voluntad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514600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C8AA6E"/>
                </a:solidFill>
                <a:latin typeface="Arial"/>
              </a:rPr>
              <a:t>RUTA 2: ACOMPAÑADO</a:t>
            </a:r>
          </a:p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·  correccion 1 a 1 en TUS partidas</a:t>
            </a:r>
          </a:p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·  el error exacto y el plan de TU carril</a:t>
            </a:r>
          </a:p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·  la ruta de Sorien, Vaporeon y Light</a:t>
            </a:r>
          </a:p>
          <a:p>
            <a:pPr algn="l">
              <a:spcAft>
                <a:spcPts val="7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·  mas rapida, con un entrenador encima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TE LO DIGO DE FRENTE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la ruta 2 no es para todos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257800" cy="2834640"/>
          </a:xfrm>
          <a:prstGeom prst="rect">
            <a:avLst/>
          </a:prstGeom>
          <a:solidFill>
            <a:srgbClr val="0D1826"/>
          </a:solidFill>
          <a:ln w="12700">
            <a:solidFill>
              <a:srgbClr val="3BC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63640" y="2286000"/>
            <a:ext cx="5257800" cy="2834640"/>
          </a:xfrm>
          <a:prstGeom prst="rect">
            <a:avLst/>
          </a:prstGeom>
          <a:solidFill>
            <a:srgbClr val="0D1826"/>
          </a:solidFill>
          <a:ln w="12700">
            <a:solidFill>
              <a:srgbClr val="1E32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3BCAE1"/>
                </a:solidFill>
                <a:latin typeface="Arial"/>
              </a:rPr>
              <a:t>ES PARA TI SI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·  llevas 1+ año estancado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·  tienes 1-2 horas por noche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·  te tomas tu mejora en serio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514600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8FA3B8"/>
                </a:solidFill>
                <a:latin typeface="Arial"/>
              </a:rPr>
              <a:t>NO ES PARA TI SI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8FA3B8"/>
                </a:solidFill>
                <a:latin typeface="Arial"/>
              </a:rPr>
              <a:t>·  buscas un atajo magico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8FA3B8"/>
                </a:solidFill>
                <a:latin typeface="Arial"/>
              </a:rPr>
              <a:t>·  quieres que jueguen por ti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8FA3B8"/>
                </a:solidFill>
                <a:latin typeface="Arial"/>
              </a:rPr>
              <a:t>·  no vas a hacer el trabajo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LA RUTA 2, CON NOMBRE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C8AA6E"/>
                </a:solidFill>
                <a:latin typeface="Arial"/>
              </a:rPr>
              <a:t>ACOMPAÑAMIENTO HASTA CHALLENGER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2009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trabajo 1 a 1 con Levi y su equipo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VOD reviews de TUS partidas, cada semana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plan especifico de tu carril y tu pool de campeones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FFFFF"/>
                </a:solidFill>
                <a:latin typeface="Arial"/>
              </a:rPr>
              <a:t>·  seguimiento hasta la liga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8AA6E"/>
                </a:solidFill>
                <a:latin typeface="Arial"/>
              </a:rPr>
              <a:t>titanscoaching.cl/challenger   ·   4 cupos este mes   ·   la llamada es gratis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¿FUNCIONA?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95360" y="274320"/>
            <a:ext cx="31089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BCAE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BCAE1"/>
                </a:solidFill>
                <a:latin typeface="Arial"/>
              </a:rPr>
              <a:t>[CONFIRMAR terminos de garantia]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+41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ALUMNOS EN CHALLENGER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3716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4.9/5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ESTRELLAS · +6500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37160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C8AA6E"/>
                </a:solidFill>
                <a:latin typeface="Arial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MESES: EL OBJETIVO DECLARADO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00400"/>
            <a:ext cx="10789920" cy="1554480"/>
          </a:xfrm>
          <a:prstGeom prst="rect">
            <a:avLst/>
          </a:prstGeom>
          <a:solidFill>
            <a:srgbClr val="122236"/>
          </a:solidFill>
          <a:ln w="12700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Sorien: de Diamante a Retador, y de ahi a profesional.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8AA6E"/>
                </a:solidFill>
                <a:latin typeface="Arial"/>
              </a:rPr>
              <a:t>la garantia la conversamos en tu llamada: es la misma que declaro publicamente.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8AA6E"/>
                </a:solidFill>
                <a:latin typeface="Arial"/>
              </a:rPr>
              <a:t>titanscoaching.cl/challenger   ·   4 cupos este mes   ·   la llamada es gratis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PONGAMOS EL VALOR EN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C8AA6E"/>
                </a:solidFill>
                <a:latin typeface="Arial"/>
              </a:rPr>
              <a:t>$4.285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VALOR DE SOLO MIS MASTERCLASSES GRABADAS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55448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3BCAE1"/>
                </a:solidFill>
                <a:latin typeface="Arial"/>
              </a:rPr>
              <a:t>no se vende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CORRECCION 1 A 1 SOBRE TUS PARTIDAS, EN NINGUN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233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el detalle de la inversion lo vemos en tu llamada: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8FA3B8"/>
                </a:solidFill>
                <a:latin typeface="Arial"/>
              </a:rPr>
              <a:t>depende de tu punto de partida y tu objetivo.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8AA6E"/>
                </a:solidFill>
                <a:latin typeface="Arial"/>
              </a:rPr>
              <a:t>titanscoaching.cl/challenger   ·   4 cupos este mes   ·   la llamada es gratis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BCAE1"/>
                </a:solidFill>
                <a:latin typeface="Arial"/>
              </a:rPr>
              <a:t>LA PARTE INCOMODA PERO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16459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6400" b="1" i="0">
                <a:solidFill>
                  <a:srgbClr val="C8AA6E"/>
                </a:solidFill>
                <a:latin typeface="Arial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CUPOS AL MES (EL 1 A 1 REAL NO ESCALA)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6400" b="1" i="0">
                <a:solidFill>
                  <a:srgbClr val="C8AA6E"/>
                </a:solidFill>
                <a:latin typeface="Arial"/>
              </a:rPr>
              <a:t>+200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FA3B8"/>
                </a:solidFill>
                <a:latin typeface="Arial"/>
              </a:rPr>
              <a:t>APLICANTES EL MES PASADO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023360"/>
            <a:ext cx="10789920" cy="1097280"/>
          </a:xfrm>
          <a:prstGeom prst="rect">
            <a:avLst/>
          </a:prstGeom>
          <a:solidFill>
            <a:srgbClr val="122236"/>
          </a:solidFill>
          <a:ln w="12700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C8AA6E"/>
                </a:solidFill>
                <a:latin typeface="Arial"/>
              </a:rPr>
              <a:t>BONUS 3: los asistentes de esta masterclass tienen PRIORIDAD en la fila de este 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8AA6E"/>
                </a:solidFill>
                <a:latin typeface="Arial"/>
              </a:rPr>
              <a:t>titanscoaching.cl/challenger   ·   4 cupos este mes   ·   la llamada es gratis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8CA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8229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agenda tu llamada de calificacion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7128" y="2286000"/>
            <a:ext cx="7863840" cy="621792"/>
          </a:xfrm>
          <a:prstGeom prst="roundRect">
            <a:avLst>
              <a:gd name="adj" fmla="val 50000"/>
            </a:avLst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1.  entra a titanscoaching.cl/challenger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7128" y="3108960"/>
            <a:ext cx="7863840" cy="621792"/>
          </a:xfrm>
          <a:prstGeom prst="roundRect">
            <a:avLst>
              <a:gd name="adj" fmla="val 50000"/>
            </a:avLst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2.  agenda tu llamada gratis de 20-30 min con el equipo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7128" y="3931920"/>
            <a:ext cx="7863840" cy="621792"/>
          </a:xfrm>
          <a:prstGeom prst="roundRect">
            <a:avLst>
              <a:gd name="adj" fmla="val 50000"/>
            </a:avLst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3.  si calificas, empiezas esta misma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6090F"/>
                </a:solidFill>
                <a:latin typeface="Arial"/>
              </a:rPr>
              <a:t>revisamos tu cuenta, tu carril y tu objetivo. y te decimos con honestidad si podemos llevarte.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8AA6E"/>
                </a:solidFill>
                <a:latin typeface="Arial"/>
              </a:rPr>
              <a:t>titanscoaching.cl/challenger   ·   4 cupos este mes   ·   la llamada es gratis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BC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5200" b="1" i="0">
                <a:solidFill>
                  <a:srgbClr val="3BCAE1"/>
                </a:solidFill>
                <a:latin typeface="Arial"/>
              </a:rPr>
              <a:t>PREGUNTAS EN VIVO</a:t>
            </a:r>
          </a:p>
          <a:p>
            <a:pPr algn="ctr">
              <a:spcAft>
                <a:spcPts val="2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me quedo 15 minutos. si ya sabes que quieres la ruta 2, no me esperes:</a:t>
            </a:r>
          </a:p>
          <a:p>
            <a:pPr algn="ctr">
              <a:spcAft>
                <a:spcPts val="1000"/>
              </a:spcAft>
            </a:pPr>
            <a:r>
              <a:rPr sz="1900" b="1" i="0">
                <a:solidFill>
                  <a:srgbClr val="C8AA6E"/>
                </a:solidFill>
                <a:latin typeface="Arial"/>
              </a:rPr>
              <a:t>los 4 cupos de este mes se asignan esta semana.</a:t>
            </a:r>
          </a:p>
          <a:p>
            <a:pPr algn="ctr">
              <a:spcAft>
                <a:spcPts val="0"/>
              </a:spcAft>
            </a:pPr>
            <a:r>
              <a:rPr sz="1700" b="0" i="1">
                <a:solidFill>
                  <a:srgbClr val="8FA3B8"/>
                </a:solidFill>
                <a:latin typeface="Arial"/>
              </a:rPr>
              <a:t>nos vemos en la Grieta, Invocador.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2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C8AA6E"/>
                </a:solidFill>
                <a:latin typeface="Arial"/>
              </a:rPr>
              <a:t>titanscoaching.cl/challenger   ·   4 cupos este mes   ·   la llamada es gratis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